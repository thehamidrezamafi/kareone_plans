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38:12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2163 1222 11058 0 0,'-28'-59'1888'0'0,"16"31"-1336"0"0,-2 1 0 0 0,-22-35 0 0 0,20 39-569 0 0,0 2 0 0 0,-2 0 1 0 0,0 1-1 0 0,-2 1 0 0 0,0 0 1 0 0,0 2-1 0 0,-2 0 0 0 0,0 2 1 0 0,-46-25-1 0 0,16 15-16 0 0,-22-10 595 0 0,-127-82 0 0 0,123 63-503 0 0,-2 3 1 0 0,-1 4-1 0 0,-136-56 0 0 0,-78-17 1300 0 0,256 105-1241 0 0,0 2-1 0 0,-1 2 0 0 0,0 1 0 0 0,-1 3 0 0 0,0 1 0 0 0,0 2 1 0 0,-51 1-1 0 0,68 3-310 0 0,6-1-22 0 0,-28 4 0 0 0,40-3-28 0 0,0 2 0 0 0,0-1 1 0 0,0 1-1 0 0,0-1 0 0 0,1 2 1 0 0,-1-1-1 0 0,1 0 0 0 0,-9 6 1 0 0,7 2 60 0 0,7-9 197 0 0,0 0 1 0 0,-1-1-1 0 0,1 1 0 0 0,0-1 1 0 0,0 1-1 0 0,-1 0 0 0 0,1-1 0 0 0,0 1 1 0 0,-1-1-1 0 0,1 1 0 0 0,-1-1 0 0 0,1 1 1 0 0,-1-1-1 0 0,1 1 0 0 0,-1-1 0 0 0,1 0 1 0 0,-1 1-1 0 0,1-1 0 0 0,-1 0 0 0 0,1 1 1 0 0,-1-1-1 0 0,0 0 0 0 0,1 0 1 0 0,-1 1-1 0 0,-1-1 2541 0 0,-2-3-2385 0 0,-8-7-75 0 0,0 1 0 0 0,-1 1 0 0 0,-1 0 0 0 0,-14-7 0 0 0,14 10-239 0 0,-1 0-1 0 0,1 1 1 0 0,-1 1 0 0 0,0 0 0 0 0,0 1-1 0 0,-22-1 1 0 0,32 5-24 0 0,10 4-655 0 0,2-1 798 0 0,0 1 0 0 0,-1 0 0 0 0,0 0 0 0 0,0 1 0 0 0,8 13 0 0 0,0 3-51 0 0,70 108-1091 0 0,-80-126 1141 0 0,0 0 0 0 0,0 0 0 0 0,0-1 0 0 0,0 1-1 0 0,1-1 1 0 0,0 0 0 0 0,0 0 0 0 0,0 0 0 0 0,0-1 0 0 0,1 0-1 0 0,-1 0 1 0 0,1 0 0 0 0,0 0 0 0 0,0-1 0 0 0,10 2 0 0 0,-15-3 49 0 0,0-1 0 0 0,-1 0 0 0 0,1 0 1 0 0,0 0-1 0 0,0 0 0 0 0,-1 0 0 0 0,1 0 1 0 0,0 0-1 0 0,0 0 0 0 0,0 0 0 0 0,-1 0 1 0 0,1 0-1 0 0,0-1 0 0 0,0 1 1 0 0,-1 0-1 0 0,1 0 0 0 0,0-1 0 0 0,-1 1 1 0 0,1-1-1 0 0,0 1 0 0 0,-1 0 0 0 0,1-1 1 0 0,0 0-1 0 0,0 0 10 0 0,0 0 0 0 0,-1 0-1 0 0,1-1 1 0 0,-1 1 0 0 0,0 0 0 0 0,1 0 0 0 0,-1 0-1 0 0,0 0 1 0 0,0 0 0 0 0,0 0 0 0 0,0-1 0 0 0,0 1-1 0 0,0 0 1 0 0,0-2 0 0 0,-1-5 162 0 0,-1 0-1 0 0,0 0 1 0 0,-5-14-1 0 0,5 15-65 0 0,-13-30 413 0 0,-2 0 0 0 0,-1 1 0 0 0,-35-51-1 0 0,-2-4-108 0 0,51 85-399 0 0,1 0 1 0 0,-1-1-1 0 0,2 1 1 0 0,-1-1-1 0 0,1 0 1 0 0,0 0-1 0 0,0 0 1 0 0,1 0-1 0 0,-1-8 1 0 0,2 14-37 0 0,0 1 1 0 0,0-1 0 0 0,0 1 0 0 0,0-1 0 0 0,0 1 0 0 0,0-1-1 0 0,1 0 1 0 0,-1 1 0 0 0,0-1 0 0 0,0 1 0 0 0,1-1 0 0 0,-1 1 0 0 0,0-1-1 0 0,1 1 1 0 0,-1 0 0 0 0,0-1 0 0 0,1 1 0 0 0,-1-1 0 0 0,1 1-1 0 0,-1 0 1 0 0,1-1 0 0 0,-1 1 0 0 0,1 0 0 0 0,-1 0 0 0 0,1-1 0 0 0,0 1-75 0 0,4-1-4 0 0,8 0 47 0 0,1 1 0 0 0,-1 0 0 0 0,1 1 0 0 0,25 6 0 0 0,-23-3 16 0 0,0 0 0 0 0,0 2 0 0 0,-1 0 0 0 0,22 12 0 0 0,53 38-175 0 0,-23-12 22 0 0,14-4-1615 0 0,-80-40 1745 0 0,22 10-826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38:0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12620 300 5985 0 0,'0'-2'47'0'0,"-1"0"-1"0"0,1 0 1 0 0,-1 0 0 0 0,1 0-1 0 0,-1 1 1 0 0,0-1-1 0 0,0 0 1 0 0,0 0-1 0 0,0 0 1 0 0,0 0-1 0 0,0 1 1 0 0,0-1 0 0 0,0 1-1 0 0,-1-1 1 0 0,1 1-1 0 0,-1-1 1 0 0,1 1-1 0 0,-1 0 1 0 0,0 0 0 0 0,1-1-1 0 0,-4 0 1 0 0,-4-3-558 0 0,-1 1-1 0 0,-17-7 1 0 0,25 11 459 0 0,-14-4 159 0 0,0 1 0 0 0,0 1 1 0 0,-1 1-1 0 0,1 0 0 0 0,-1 1 0 0 0,-21 3 1 0 0,-15-1 964 0 0,-99-7 1168 0 0,-40 2-455 0 0,108 3-1057 0 0,-58 3 411 0 0,22 8-844 0 0,-116 8-310 0 0,158-16 83 0 0,-1 0-1243 0 0,-128-9 1 0 0,0-12 1314 0 0,3 10 146 0 0,66 4 73 0 0,89-1 725 0 0,-91-21 0 0 0,-72-7-618 0 0,-3 16 83 0 0,122 11-468 0 0,-161 4-122 0 0,81 3 18 0 0,-180-24 23 0 0,197 10 0 0 0,-274-39-1027 0 0,414 49 1017 0 0,-85-6-528 0 0,-110 2 0 0 0,82 5-23 0 0,58 4 174 0 0,0 2 0 0 0,-101 20 0 0 0,152-20 413 0 0,-48 4 17 0 0,-75-2-1 0 0,7 0 1 0 0,-229 25-43 0 0,15-20 77 0 0,310-11-59 0 0,-294-6 1100 0 0,111-8-306 0 0,4 0 212 0 0,-190-15-592 0 0,208 11-263 0 0,52 6-82 0 0,-197-24-554 0 0,63 35-671 0 0,137 4 231 0 0,-163 14-981 0 0,241-11 1735 0 0,-246 7 2296 0 0,-12 0 178 0 0,293-10-2225 0 0,-199 21 203 0 0,166-15-482 0 0,-96 28-1 0 0,96-19 116 0 0,-98 12 1 0 0,-69-5 165 0 0,175-20-28 0 0,-71 1 730 0 0,-155-12-1 0 0,77-11-600 0 0,-39-2-131 0 0,-121-11-151 0 0,310 24-39 0 0,-102 4-1 0 0,-58 19-309 0 0,183-14 418 0 0,30-3 14 0 0,-261 31 0 0 0,235-28 212 0 0,-45 1-1 0 0,49-4-151 0 0,-1 1 1 0 0,-43 8 0 0 0,64-7-1010 0 0,1 1-219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38:09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5 237 10370 0 0,'-4'-1'1290'0'0,"10"0"4018"0"0,20 0-5052 0 0,52-10 1 0 0,-30-2 543 0 0,186-38 1029 0 0,165 6-1487 0 0,-317 39-340 0 0,166-14 2 0 0,-167 10-19 0 0,84-22-1 0 0,-101 17-270 0 0,0 3 0 0 0,77-5 0 0 0,-91 15 272 0 0,1 2 0 0 0,-1 2 0 0 0,69 12 1 0 0,26 19 391 0 0,29 4-35 0 0,-106-28-268 0 0,0-3 0 0 0,121-4 0 0 0,-120-10-75 0 0,-42 4 0 0 0,-1 1 0 0 0,1 2 0 0 0,36 2 0 0 0,-39 1-108 0 0,-1 2-1 0 0,1 1 1 0 0,-1 1-1 0 0,0 1 0 0 0,-1 1 1 0 0,36 17-1 0 0,184 87-1464 0 0,-229-108 1649 0 0,0 0-1 0 0,0-1 1 0 0,1 0 0 0 0,-1-1 0 0 0,25 1 0 0 0,-8-1 313 0 0,-23-2-476 0 0,0 0 1 0 0,0 0 0 0 0,0-1 0 0 0,0 0-1 0 0,0-1 1 0 0,9-3 0 0 0,18-2-1707 0 0,-11 2-371 0 0,-11 3-3108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38:23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898 175 6913 0 0,'-3'47'1089'0'0,"-35"-108"718"0"0,31 54-1694 0 0,6 6-88 0 0,-1 0 0 0 0,1-1 0 0 0,0 1 0 0 0,0-1-1 0 0,-1 1 1 0 0,1-1 0 0 0,0 1 0 0 0,0-1 0 0 0,1 1 0 0 0,-1-1 0 0 0,0 0 0 0 0,0 1-1 0 0,1-1 1 0 0,-1 0 0 0 0,1 0 0 0 0,-1-3 0 0 0,-8-53 298 0 0,9 56-296 0 0,0 1 1 0 0,0-1 0 0 0,-1 1-1 0 0,1-1 1 0 0,0 1-1 0 0,-1-1 1 0 0,1 1 0 0 0,-1-1-1 0 0,0 1 1 0 0,1 0 0 0 0,-1-1-1 0 0,0 1 1 0 0,0 0-1 0 0,0-1 1 0 0,0 1 0 0 0,0 0-1 0 0,0 0 1 0 0,0 0 0 0 0,0 0-1 0 0,-1 0 1 0 0,1 0 0 0 0,0 0-1 0 0,-1 1 1 0 0,-1-2-1 0 0,-4-2 33 0 0,1 0-52 0 0,-1 0 0 0 0,-1 0 0 0 0,1 1-1 0 0,0 0 1 0 0,-1 0 0 0 0,0 1 0 0 0,1 0-1 0 0,-1 0 1 0 0,0 1 0 0 0,0 0 0 0 0,-15 0-1 0 0,-6 2 52 0 0,-55 9 0 0 0,58-6 8 0 0,-5 0 70 0 0,0 2 0 0 0,1 1 0 0 0,0 1 0 0 0,0 2 0 0 0,1 1 0 0 0,0 2 0 0 0,1 0 0 0 0,1 2 1 0 0,0 1-1 0 0,1 1 0 0 0,1 1 0 0 0,0 1 0 0 0,-23 25 0 0 0,29-25-167 0 0,1 1-1 0 0,1 0 1 0 0,-20 32 0 0 0,31-42-80 0 0,0 1 0 0 0,0 0-1 0 0,1 1 1 0 0,0 0 0 0 0,1-1 0 0 0,1 1 0 0 0,0 1-1 0 0,0-1 1 0 0,0 17 0 0 0,2-23 105 0 0,2 1 1 0 0,-1-1-1 0 0,1 1 1 0 0,0-1-1 0 0,0 0 0 0 0,5 12 1 0 0,18 37-114 0 0,-5-12-28 0 0,-4-5 128 0 0,-3 1 0 0 0,14 64 1 0 0,-24-88 87 0 0,1-1 0 0 0,1 0 1 0 0,0 0-1 0 0,1 0 0 0 0,1 0 1 0 0,0-1-1 0 0,1 0 1 0 0,8 13-1 0 0,-10-18 84 0 0,2-1 0 0 0,-1 1-1 0 0,1-1 1 0 0,0 0 0 0 0,0 0 0 0 0,1-1-1 0 0,0 0 1 0 0,0 0 0 0 0,0-1 0 0 0,1 0 0 0 0,0 0-1 0 0,16 5 1 0 0,-1-3 112 0 0,0-1 0 0 0,0-1-1 0 0,1-1 1 0 0,-1-1 0 0 0,30 0 0 0 0,124-13-34 0 0,-149 6-219 0 0,0-1 0 0 0,54-17 0 0 0,52-30-1156 0 0,-23 8 40 0 0,-49 19 1206 0 0,-1-3-1 0 0,80-48 1 0 0,-125 66-131 0 0,0-2 0 0 0,0 0 1 0 0,-1 0-1 0 0,0-2 0 0 0,-1 0 0 0 0,-1-1 0 0 0,0 0 0 0 0,-1-1 1 0 0,-1 0-1 0 0,0-1 0 0 0,-1-1 0 0 0,-1 0 0 0 0,-1 0 0 0 0,-1-1 1 0 0,11-34-1 0 0,-17 46 200 0 0,-2 1 0 0 0,1-1 1 0 0,-1 0-1 0 0,1 1 1 0 0,-2-1-1 0 0,1 0 0 0 0,-1 1 1 0 0,0-1-1 0 0,-1 1 0 0 0,1-1 1 0 0,-4-7-1 0 0,-4-10 751 0 0,-19-33-1 0 0,26 52-861 0 0,-6-9 109 0 0,0 0 0 0 0,-1 1 0 0 0,0 0 0 0 0,-1 1 0 0 0,-1 0-1 0 0,0 1 1 0 0,0 0 0 0 0,-15-11 0 0 0,8 9-135 0 0,0 1-1 0 0,-1 1 0 0 0,-1 0 0 0 0,0 2 1 0 0,-27-10-1 0 0,10 5-688 0 0,0 2 1 0 0,-2 2-1 0 0,1 1 1 0 0,-66-6 0 0 0,74 13-520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38:26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8765 8 7834 0 0,'-3'-1'538'0'0,"0"0"0"0"0,0 0 0 0 0,-1 0-1 0 0,1 0 1 0 0,-5 0 0 0 0,-34 0-348 0 0,33 1-33 0 0,-46 1-633 0 0,-82 14 0 0 0,-54 21 1051 0 0,49-9 957 0 0,-33 6-1112 0 0,-222 71 0 0 0,113-24-507 0 0,-2 1-86 0 0,14-11-447 0 0,-4-22 443 0 0,162-29 102 0 0,-192 19-840 0 0,104-15 83 0 0,-85 8 923 0 0,7-3 808 0 0,-241 35-384 0 0,311-38-1091 0 0,-239 23-1418 0 0,422-46 2194 0 0,-1024 84 3366 0 0,823-66-3413 0 0,-25 3 241 0 0,-90 3 1638 0 0,61-6-18 0 0,172-13-1517 0 0,-198-14 0 0 0,-17 10-465 0 0,121 3-224 0 0,31-4-756 0 0,-93-1-488 0 0,182-4 2287 0 0,-97-17 1 0 0,134 8-577 0 0,36 8-847 0 0,1 1 0 0 0,-1 1 0 0 0,1 0 0 0 0,-20-1 0 0 0,29 3 399 0 0,5-17-1642 0 0,-2 13 1851 0 0,-2 2 73 0 0,0 1 1 0 0,0 0-1 0 0,0 0 1 0 0,0 0-1 0 0,0-1 1 0 0,-1 1-1 0 0,1 0 1 0 0,0 0-1 0 0,0-1 1 0 0,-1 1-1 0 0,1 0 1 0 0,-1 0-1 0 0,1 0 1 0 0,-1 0-1 0 0,0 0 1 0 0,1 0 0 0 0,-1 0-1 0 0,0 0 1 0 0,0 0-1 0 0,1 0 1 0 0,-1 0-1 0 0,0 0 1 0 0,0 1-1 0 0,0-1 1 0 0,0 0-1 0 0,0 1 1 0 0,0-1-1 0 0,0 0 1 0 0,0 1-1 0 0,-1-1 1 0 0,0 1 0 0 0,-7-6 360 0 0,31 30-511 0 0,37 34-123 0 0,1-8 196 0 0,125 80 0 0 0,-56-50 59 0 0,-60-35-54 0 0,-67-45 4 0 0,-1 1 0 0 0,1 0 0 0 0,-1 0 1 0 0,1-1-1 0 0,0 1 0 0 0,-1 0 0 0 0,1-1 1 0 0,0 0-1 0 0,-1 1 0 0 0,1-1 1 0 0,0 0-1 0 0,-1 0 0 0 0,1 0 0 0 0,2 0 1 0 0,-10-5 1899 0 0,-12-11-1866 0 0,1 1 1 0 0,-2 1-1 0 0,0 0 0 0 0,-26-14 0 0 0,8 9 73 0 0,-64-24 0 0 0,45 24-206 0 0,1 0-126 0 0,-78-39 0 0 0,116 48 296 0 0,0-2 0 0 0,-28-24 0 0 0,17 13-115 0 0,21 16 31 0 0,1 0 0 0 0,0-1 0 0 0,0 1 0 0 0,0-1 1 0 0,1-1-1 0 0,0 1 0 0 0,1-1 0 0 0,0 1 0 0 0,0-1 0 0 0,1-1 0 0 0,0 1 0 0 0,-2-14 0 0 0,5 21-35 0 0,0 1-1 0 0,0 0 0 0 0,0 0 0 0 0,0-1 0 0 0,0 1 0 0 0,0 0 0 0 0,0 0 0 0 0,0 0 0 0 0,1-1 0 0 0,-1 1 1 0 0,0 0-1 0 0,1 0 0 0 0,-1 0 0 0 0,1 0 0 0 0,-1 0 0 0 0,1 0 0 0 0,0 0 0 0 0,1-2 0 0 0,0 1-34 0 0,0 0 0 0 0,0 0 0 0 0,1 0 0 0 0,-1 0 0 0 0,1 0 0 0 0,-1 1 0 0 0,5-2 0 0 0,4-2-141 0 0,1 1 0 0 0,22-6 1 0 0,-30 10 176 0 0,63-17 18 0 0,-11 3 18 0 0,85-11 0 0 0,182 0 653 0 0,-319 24-819 0 0,0 1 0 0 0,0-1 0 0 0,0 1 1 0 0,0 0-1 0 0,0 0 0 0 0,0 1 0 0 0,0-1 0 0 0,0 1 0 0 0,-1 0 0 0 0,1 0 0 0 0,0 0 1 0 0,0 0-1 0 0,0 1 0 0 0,-1-1 0 0 0,1 1 0 0 0,-1 0 0 0 0,4 3 0 0 0,1 1-1613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44:12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50 1840 0 0,'1'-1'15'0'0,"2"-1"-52"0"0,-1-1-1 0 0,1 1 1 0 0,-1-1-1 0 0,0 0 1 0 0,0 0-1 0 0,3-5 0 0 0,-5 8 42 0 0,0-1 0 0 0,1 0 0 0 0,-1 1 0 0 0,0-1 0 0 0,0 0-1 0 0,0 1 1 0 0,0-1 0 0 0,0 0 0 0 0,0 0 0 0 0,0 1 0 0 0,0-1-1 0 0,0 0 1 0 0,0 1 0 0 0,-1-1 0 0 0,1 0 0 0 0,0 1 0 0 0,0-1-1 0 0,-1 0 1 0 0,1 1 0 0 0,0-1 0 0 0,-1 1 0 0 0,1-1 0 0 0,-1 0-1 0 0,1 1 1 0 0,-1-1 0 0 0,1 1 0 0 0,-1-1 0 0 0,1 1 0 0 0,-1 0 0 0 0,1-1-1 0 0,-1 1 1 0 0,1-1 0 0 0,-1 1 0 0 0,0 0 0 0 0,1 0 0 0 0,-1-1-1 0 0,0 1 1 0 0,1 0 0 0 0,-1 0 0 0 0,-1 0 0 0 0,-2-1 215 0 0,0 0 1 0 0,0 0 0 0 0,1 1-1 0 0,-1-1 1 0 0,0 1-1 0 0,-5 0 1 0 0,4 0-18 0 0,-7 0 230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44:13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58 8754 0 0,'0'0'673'0'0,"-1"-2"-107"0"0,0 0-1 0 0,1 0 1 0 0,-1 0-1 0 0,0 1 1 0 0,0-1-1 0 0,0 0 1 0 0,0 0-1 0 0,0 1 0 0 0,-1-3 1 0 0,-9-5-626 0 0,1 1 0 0 0,-18-11 0 0 0,24 17-799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44:55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7444 935 14283 0 0,'-103'-111'4169'0'0,"-8"-7"-3047"0"0,67 76-1538 0 0,-1 3 1 0 0,-2 1-1 0 0,-2 2 1 0 0,-1 3-1 0 0,-2 2 1 0 0,-1 2 0 0 0,-105-41-1 0 0,-248-71-1759 0 0,246 90 1084 0 0,-292-55 0 0 0,-177 30 651 0 0,386 63 153 0 0,-351 25 0 0 0,-235 103 105 0 0,519-37-102 0 0,141-33 113 0 0,-184 43-218 0 0,-161 42 370 0 0,380-93 356 0 0,-147 63 1 0 0,198-64-66 0 0,2 3 1 0 0,-134 89-1 0 0,121-62-232 0 0,-63 43-184 0 0,70-56 56 0 0,-107 71-137 0 0,144-88 80 0 0,-80 73-1 0 0,-60 89-199 0 0,112-114 237 0 0,-56 68-67 0 0,115-127 66 0 0,1 1 1 0 0,1 1 0 0 0,1 0 0 0 0,-17 41 0 0 0,20-30-360 0 0,1 0 0 0 0,-12 74 1 0 0,11-16-2498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14T12:44:55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2621 1376 0 0,'432'24'125'0'0,"-310"-18"-114"0"0,42 5 680 0 0,-3-2 79 0 0,65 4 35 0 0,690 53 2669 0 0,8 0-99 0 0,0-35-2664 0 0,-395-46-647 0 0,-3-18 272 0 0,-434 27-255 0 0,336-28 383 0 0,-7-25 8 0 0,-148-13-793 0 0,-11-20-1057 0 0,-245 86 1202 0 0,-16 5 173 0 0,210-86-2151 0 0,-190 76 2245 0 0,0-1 0 0 0,-1 0 0 0 0,0-2 0 0 0,-1 0 0 0 0,-1-2 0 0 0,0 0 0 0 0,23-26 0 0 0,-36 36 143 0 0,0-1 0 0 0,-1 0 0 0 0,0 0 0 0 0,0 0 0 0 0,0 0 0 0 0,-1-1-1 0 0,0 0 1 0 0,-1 1 0 0 0,3-14 0 0 0,-3 9 116 0 0,-1-1 0 0 0,0 0 0 0 0,-1 1 0 0 0,0-1 0 0 0,-4-19 0 0 0,-2-5 93 0 0,-2 0 0 0 0,-2 1 0 0 0,-1 0 0 0 0,-1 1 0 0 0,-3 0 0 0 0,-33-60 0 0 0,18 47-98 0 0,-3 1 0 0 0,-1 2 0 0 0,-77-79 0 0 0,-327-296 1570 0 0,195 217-338 0 0,-10 18-1052 0 0,225 165-459 0 0,-48-32-13 0 0,-3 2 0 0 0,-2 4 0 0 0,-154-63 0 0 0,-415-98 78 0 0,334 123-1200 0 0,-358-47 0 0 0,464 105 31 0 0,1 9 0 0 0,-379 19 0 0 0,384 17-980 0 0,204-19 2014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1C06-8C33-C8E5-E2DE-E171CAFE8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A8EF2-9224-2072-1E86-39D34037F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8D483-73F5-DE94-2AC7-5F1904E9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AB45-B22C-6410-0CAF-926FFFD8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0C735-685E-E311-16CB-7685ACC2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26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57BB-D4BF-8528-766C-E6D39716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23F23-01F7-0A85-DFA9-AF225332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89E14-852C-4C38-E7EE-E1E1DB13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78992-3557-DB60-A7B4-17ADBA4E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08643-F36E-1447-26E7-CBAE3494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21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DF1E-7F26-BD2B-77D5-EDFAD22F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1D723-53EC-D1E6-B454-0325F7C73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081B2-1864-1259-87E3-ADB06AFC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4348F-B082-1123-8721-01C518C8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59E0C-F57B-F697-A780-1AE9A7D0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63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6EF0C-352F-5463-084B-0C6E80EA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D214-4CAC-449B-71C2-A3B04FDA3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25FC-2973-F92A-3971-33347F0B6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9EFFE-1D59-D5B4-A262-742CA195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39B39-4724-D7F5-B5A7-DD8CACD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DBE15-12AD-8BD1-61B4-7725309D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0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BF52-9081-4BFD-42E2-F08260E8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7069-598E-4C43-5705-C6B5978C3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98921-D58D-19BA-935D-53ECC4399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72B68-63D7-1DC5-87DC-F5DF83D4D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C31F3-45DF-9FA8-7471-FA5D7F268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2D431-B93F-EC66-3448-B31723DEF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B474A-3059-D158-8628-7CF0DE98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0F51D-C244-BAE4-D3CC-9B0B012D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0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FB9D-9327-A065-FD81-2AE82EDC4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8620E-C19F-9D2B-F1D2-38AD84F6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73E1D-C575-1844-F882-E3E9C511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A0814-2ED6-19F9-DD80-FD40591D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69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08E1D-66B5-7AF8-5B70-C7532FC3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E78FF-8D3D-2744-97DC-D842C741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87ED9-47D5-94E0-7A9C-13D7E1FF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2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8AC4-5270-24F1-875A-8AAB8AD5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3E4F-30B1-4699-0071-ECDF918D0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79CD7-D204-980D-4B46-E99E0E5E6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AFD38-A82D-3EF1-8680-01117757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BE782-782F-875D-0F40-EE4C30C59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B3400-714C-046E-21FD-D62FB6D3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37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7483-BBB3-A3C5-CD73-2068D035C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5AC35-87D0-7A7C-F8D7-12A5E5D66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55A48-01F4-CC37-67C0-0C3BE6F85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3369-4AB9-096E-B462-23B240DD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D765B-0485-A5DF-917A-9CE3F00A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DC533-67E5-841D-2A50-0F36470D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852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421F5-309B-8441-6C18-B0C10284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1F0E2-3769-80F9-00AA-9BC481DE3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8DF2A-7C30-0706-2EDE-5E7C83E6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FADC-3EF3-43F5-860B-BAB9EA76C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DB763-54A3-8125-39FB-5E3C2911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05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850FB-7042-F697-0058-1B4296128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685F3-F525-F473-92FD-C825720DA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D4693-1746-0618-9F2D-C3C74539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F4A33-BB7E-0C5D-8C36-15626EFD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80470-8544-E306-4FCD-DDC1B84B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01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EAD60-8FAE-E03D-CA87-93886C5E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B7426-C85D-80C6-0640-564C53FC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6AD8-A1A8-7E1A-E054-D88E38058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C0F78-6C68-4C50-82F2-547409EFEC8C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E6CE-4CEB-753F-A39A-27AA31AFE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E43C-120F-12B0-6079-CE9AED57E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62ADA-4C93-4556-8C72-2E5A2C934A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93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9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FEC4-487F-86E5-8BF2-3134C4E64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45EC6-55BF-8E37-6439-5DBF1527B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0D2DD-4AC3-7030-5414-B6904E98C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44"/>
            <a:ext cx="12192000" cy="6828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1F5C4-74AC-886B-02AE-57B6077AB0B9}"/>
              </a:ext>
            </a:extLst>
          </p:cNvPr>
          <p:cNvSpPr txBox="1"/>
          <p:nvPr/>
        </p:nvSpPr>
        <p:spPr>
          <a:xfrm>
            <a:off x="4901610" y="2598003"/>
            <a:ext cx="2200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خدمات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KareOne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ارزیابی،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اجرا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اتصال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سرمایه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ar-SA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توسعه بازار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متناسب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نیاز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کسب‌وکارتان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انتخاب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کنی</a:t>
            </a:r>
            <a:r>
              <a:rPr lang="fa-IR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د.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FF4392A-ED79-84D0-DF52-622831681AB1}"/>
                  </a:ext>
                </a:extLst>
              </p14:cNvPr>
              <p14:cNvContentPartPr/>
              <p14:nvPr/>
            </p14:nvContentPartPr>
            <p14:xfrm>
              <a:off x="7081108" y="2775617"/>
              <a:ext cx="778680" cy="44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FF4392A-ED79-84D0-DF52-622831681A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4988" y="2769497"/>
                <a:ext cx="790920" cy="45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8E4C4AB-26D7-33A2-DB67-C54A24CFB172}"/>
              </a:ext>
            </a:extLst>
          </p:cNvPr>
          <p:cNvGrpSpPr/>
          <p:nvPr/>
        </p:nvGrpSpPr>
        <p:grpSpPr>
          <a:xfrm>
            <a:off x="6645148" y="3431177"/>
            <a:ext cx="4960800" cy="802440"/>
            <a:chOff x="6645148" y="3431177"/>
            <a:chExt cx="4960800" cy="80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E2F4B1-24F6-E9F4-72EF-DC5552A95D0B}"/>
                    </a:ext>
                  </a:extLst>
                </p14:cNvPr>
                <p14:cNvContentPartPr/>
                <p14:nvPr/>
              </p14:nvContentPartPr>
              <p14:xfrm>
                <a:off x="7062388" y="3431177"/>
                <a:ext cx="4543560" cy="108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E2F4B1-24F6-E9F4-72EF-DC5552A95D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56268" y="3425057"/>
                  <a:ext cx="4555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5A1305-015C-8D73-B88F-6F4687BE33B8}"/>
                    </a:ext>
                  </a:extLst>
                </p14:cNvPr>
                <p14:cNvContentPartPr/>
                <p14:nvPr/>
              </p14:nvContentPartPr>
              <p14:xfrm>
                <a:off x="10307428" y="3748697"/>
                <a:ext cx="1246680" cy="10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5A1305-015C-8D73-B88F-6F4687BE33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01308" y="3742577"/>
                  <a:ext cx="1258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DDF14C-E16A-884C-DE25-1B4BF5E5CF93}"/>
                    </a:ext>
                  </a:extLst>
                </p14:cNvPr>
                <p14:cNvContentPartPr/>
                <p14:nvPr/>
              </p14:nvContentPartPr>
              <p14:xfrm>
                <a:off x="9783628" y="3488777"/>
                <a:ext cx="541440" cy="376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DDF14C-E16A-884C-DE25-1B4BF5E5CF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77508" y="3482657"/>
                  <a:ext cx="5536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E9E8C1-A1EF-FE05-220C-7A23B4638C22}"/>
                    </a:ext>
                  </a:extLst>
                </p14:cNvPr>
                <p14:cNvContentPartPr/>
                <p14:nvPr/>
              </p14:nvContentPartPr>
              <p14:xfrm>
                <a:off x="6645148" y="3785057"/>
                <a:ext cx="3155400" cy="448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E9E8C1-A1EF-FE05-220C-7A23B4638C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39028" y="3778937"/>
                  <a:ext cx="3167640" cy="460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1F05A24-2283-2A3D-F618-30424701B394}"/>
              </a:ext>
            </a:extLst>
          </p:cNvPr>
          <p:cNvSpPr txBox="1"/>
          <p:nvPr/>
        </p:nvSpPr>
        <p:spPr>
          <a:xfrm>
            <a:off x="5183372" y="4077586"/>
            <a:ext cx="13224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سرویس مورد نظر خود را............تا تیم ما......قیمت اختصاصی دقیق را پیشنهاد دهد. 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36AD18-8EED-942C-C6C3-A735506E5276}"/>
              </a:ext>
            </a:extLst>
          </p:cNvPr>
          <p:cNvSpPr txBox="1"/>
          <p:nvPr/>
        </p:nvSpPr>
        <p:spPr>
          <a:xfrm>
            <a:off x="5736266" y="1313121"/>
            <a:ext cx="2200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 ایده تا بازار کنارتان هستیم.</a:t>
            </a:r>
            <a:endParaRPr lang="en-GB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509873A-29DA-B750-4C32-C8F1B76D2A9D}"/>
                  </a:ext>
                </a:extLst>
              </p14:cNvPr>
              <p14:cNvContentPartPr/>
              <p14:nvPr/>
            </p14:nvContentPartPr>
            <p14:xfrm>
              <a:off x="8186308" y="2421737"/>
              <a:ext cx="23400" cy="18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509873A-29DA-B750-4C32-C8F1B76D2A9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80188" y="2415617"/>
                <a:ext cx="356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DE3DF7F-A2FE-98BA-2D7D-BEA1EB590661}"/>
                  </a:ext>
                </a:extLst>
              </p14:cNvPr>
              <p14:cNvContentPartPr/>
              <p14:nvPr/>
            </p14:nvContentPartPr>
            <p14:xfrm>
              <a:off x="11266108" y="2320577"/>
              <a:ext cx="22680" cy="20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DE3DF7F-A2FE-98BA-2D7D-BEA1EB59066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59988" y="2314457"/>
                <a:ext cx="34920" cy="331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F5C0D74-DAC3-4B6D-B724-0A817FEDEB71}"/>
              </a:ext>
            </a:extLst>
          </p:cNvPr>
          <p:cNvSpPr txBox="1"/>
          <p:nvPr/>
        </p:nvSpPr>
        <p:spPr>
          <a:xfrm>
            <a:off x="411537" y="1239768"/>
            <a:ext cx="31593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>
                <a:solidFill>
                  <a:srgbClr val="FF0000"/>
                </a:solidFill>
              </a:rPr>
              <a:t>قیمت گذاری پیشنهادی بر اساس مسئله واقعی شما</a:t>
            </a:r>
          </a:p>
          <a:p>
            <a:pPr algn="ctr"/>
            <a:r>
              <a:rPr lang="fa-IR">
                <a:solidFill>
                  <a:srgbClr val="FF0000"/>
                </a:solidFill>
              </a:rPr>
              <a:t>انتخاب خدمات- بررسی تیم کاروان- قیمت گذاری اختصاصی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B14CF2-B043-4C62-AE15-78884CCB13B6}"/>
              </a:ext>
            </a:extLst>
          </p:cNvPr>
          <p:cNvCxnSpPr>
            <a:cxnSpLocks/>
          </p:cNvCxnSpPr>
          <p:nvPr/>
        </p:nvCxnSpPr>
        <p:spPr>
          <a:xfrm>
            <a:off x="2370667" y="2421737"/>
            <a:ext cx="711200" cy="4145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44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D1B31-DC71-8AC8-358B-A7A0AD10F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67" y="313993"/>
            <a:ext cx="11937955" cy="536714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79F69AF-C5C7-B09F-0BC9-0455FF54BD81}"/>
              </a:ext>
            </a:extLst>
          </p:cNvPr>
          <p:cNvGrpSpPr/>
          <p:nvPr/>
        </p:nvGrpSpPr>
        <p:grpSpPr>
          <a:xfrm>
            <a:off x="7823788" y="4007177"/>
            <a:ext cx="3488400" cy="1272240"/>
            <a:chOff x="7823788" y="4007177"/>
            <a:chExt cx="3488400" cy="12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529540-8ADB-E970-B3EF-D741C67545A9}"/>
                    </a:ext>
                  </a:extLst>
                </p14:cNvPr>
                <p14:cNvContentPartPr/>
                <p14:nvPr/>
              </p14:nvContentPartPr>
              <p14:xfrm>
                <a:off x="7823788" y="4007177"/>
                <a:ext cx="2680200" cy="791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529540-8ADB-E970-B3EF-D741C67545A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17668" y="4001057"/>
                  <a:ext cx="269244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2D2E76-C13B-A165-57B2-B919DDFA534D}"/>
                    </a:ext>
                  </a:extLst>
                </p14:cNvPr>
                <p14:cNvContentPartPr/>
                <p14:nvPr/>
              </p14:nvContentPartPr>
              <p14:xfrm>
                <a:off x="8845468" y="4254497"/>
                <a:ext cx="2466720" cy="1024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2D2E76-C13B-A165-57B2-B919DDFA534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39348" y="4248377"/>
                  <a:ext cx="2478960" cy="1037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A80C349-A715-B2EF-C8D7-2518A74CBBF9}"/>
              </a:ext>
            </a:extLst>
          </p:cNvPr>
          <p:cNvSpPr txBox="1"/>
          <p:nvPr/>
        </p:nvSpPr>
        <p:spPr>
          <a:xfrm>
            <a:off x="5195686" y="4069831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>
                <a:solidFill>
                  <a:srgbClr val="FF0000"/>
                </a:solidFill>
              </a:rPr>
              <a:t>پکیج شخصی خود را بسازید.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39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DEFB-AFA6-6380-3DEA-5279DB15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EF9949-4F4C-85DE-17D8-76DFD7297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23" y="195137"/>
            <a:ext cx="11807554" cy="6764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F0BA5A-9E04-280F-7AD3-9C545586D333}"/>
              </a:ext>
            </a:extLst>
          </p:cNvPr>
          <p:cNvSpPr txBox="1"/>
          <p:nvPr/>
        </p:nvSpPr>
        <p:spPr>
          <a:xfrm>
            <a:off x="689492" y="885725"/>
            <a:ext cx="2666065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این عنوان ارزیابی، اجرا و سرمایه توی همه باکس های این بخش تکرار شده. عادیه؟</a:t>
            </a:r>
          </a:p>
          <a:p>
            <a:pPr algn="r" rtl="1"/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تحلیل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مدل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مالی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میزان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آمادگی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کسب‌وکار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جذب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سرمایه‌گذار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تمرکز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پایداری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درآمد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هزینه‌ها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endParaRPr lang="en-GB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b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endParaRPr lang="en-GB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E7913-8403-C5B0-35FE-BC17671CF45C}"/>
              </a:ext>
            </a:extLst>
          </p:cNvPr>
          <p:cNvSpPr txBox="1"/>
          <p:nvPr/>
        </p:nvSpPr>
        <p:spPr>
          <a:xfrm>
            <a:off x="4280934" y="1027906"/>
            <a:ext cx="27684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ارزیابی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جامع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کسب‌وکار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تحقیقا</a:t>
            </a:r>
            <a:r>
              <a:rPr lang="fa-IR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بررسی 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مدل کسب‌وکار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درآمد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تیم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بنیان‌گذار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4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رسیدن به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یک 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تصویر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دقیق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 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نقاط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قوت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ریسک‌های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اصلی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ورود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سرمایه</a:t>
            </a:r>
            <a:endParaRPr lang="en-GB" sz="14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5DE9C2-1D18-0160-3887-1431B1E40AD8}"/>
              </a:ext>
            </a:extLst>
          </p:cNvPr>
          <p:cNvSpPr txBox="1"/>
          <p:nvPr/>
        </p:nvSpPr>
        <p:spPr>
          <a:xfrm>
            <a:off x="7796101" y="1093474"/>
            <a:ext cx="28109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شناسایی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ارزیابی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اولیه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اولویت‌بندی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هوشمند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فرصت‌ها برای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تمرکز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سرمایه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 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توان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تیم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روی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جذاب‌ترین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گزینه‌ها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A4E768-047C-75B4-5FBF-1C57FB348121}"/>
              </a:ext>
            </a:extLst>
          </p:cNvPr>
          <p:cNvSpPr txBox="1"/>
          <p:nvPr/>
        </p:nvSpPr>
        <p:spPr>
          <a:xfrm>
            <a:off x="816219" y="3940276"/>
            <a:ext cx="21623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برنامه‌ای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اجرای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سریع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پشتیبانی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عملیاتی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فرصت‌های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اعتبارسنجی‌شده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آماده‌سازی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تیم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تا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راه‌اندازی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فعالیت‌ها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هدف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A7CD4-FC0F-4E84-9EEB-94A398890DE4}"/>
              </a:ext>
            </a:extLst>
          </p:cNvPr>
          <p:cNvSpPr txBox="1"/>
          <p:nvPr/>
        </p:nvSpPr>
        <p:spPr>
          <a:xfrm>
            <a:off x="4654180" y="3833130"/>
            <a:ext cx="2162398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امکان</a:t>
            </a:r>
            <a:r>
              <a:rPr lang="fa-IR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‌سنجی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پی‌گیری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فرصت</a:t>
            </a:r>
            <a:r>
              <a:rPr lang="fa-IR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ها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زاویه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فنی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نیروی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انسانی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 بازار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روشن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شدن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ریسک‌ها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موانع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کلیدی</a:t>
            </a:r>
            <a:r>
              <a:rPr lang="fa-IR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مناسب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تیم‌ها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کسب‌وکارهایی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ایده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جذاب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دارند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اما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می‌خواهند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ورود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جدی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تصویر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واقع‌بینانه‌تری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امکان‌پذیری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به‌دست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بیاورند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07E040-DF44-7636-D570-4274A3C38B7A}"/>
              </a:ext>
            </a:extLst>
          </p:cNvPr>
          <p:cNvSpPr txBox="1"/>
          <p:nvPr/>
        </p:nvSpPr>
        <p:spPr>
          <a:xfrm>
            <a:off x="8076756" y="4225545"/>
            <a:ext cx="2247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ارزیابی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راهبرد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ورود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کانال‌های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امکان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تجاری‌سازی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محصول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انتخاب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ar-SA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مؤثرتر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ین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مسیر جذب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سرمایه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2339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C3A8-7C1E-77B9-45E9-866C88C1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92D45-A946-5EC7-CE97-2D86333A7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4" y="452954"/>
            <a:ext cx="12004036" cy="5952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23038F-6047-BAAD-04D6-6B17522A6ABA}"/>
              </a:ext>
            </a:extLst>
          </p:cNvPr>
          <p:cNvSpPr txBox="1"/>
          <p:nvPr/>
        </p:nvSpPr>
        <p:spPr>
          <a:xfrm>
            <a:off x="838199" y="1196161"/>
            <a:ext cx="3436089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پروپوزال</a:t>
            </a:r>
            <a:r>
              <a:rPr lang="en-GB" sz="105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پایه</a:t>
            </a:r>
            <a:r>
              <a:rPr lang="en-GB" sz="105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</a:t>
            </a:r>
            <a:r>
              <a:rPr lang="en-GB" sz="105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شخصی‌سازی</a:t>
            </a:r>
            <a:endParaRPr lang="en-GB" sz="1050" b="1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قالب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آماده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ساخت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پیشنهادهای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تجاری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حرفه‌ای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</a:p>
          <a:p>
            <a:pPr algn="r" rtl="1"/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تنظیم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سناریوی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endParaRPr lang="en-GB" sz="1050" b="1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96A83-E842-4B5C-3768-2F05B4F880E3}"/>
              </a:ext>
            </a:extLst>
          </p:cNvPr>
          <p:cNvSpPr txBox="1"/>
          <p:nvPr/>
        </p:nvSpPr>
        <p:spPr>
          <a:xfrm>
            <a:off x="8051383" y="1224133"/>
            <a:ext cx="2910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پرزنتیشن</a:t>
            </a:r>
            <a:r>
              <a:rPr lang="en-GB" sz="105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b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ارائه‌ای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حرفه‌ای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جلسات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دمو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تصمیم‌گیری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مدیران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اسلایدهای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منسجم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داستان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روشن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ارزش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محصول</a:t>
            </a:r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9CBE7-55E2-ECA9-FF38-176DEBA9A705}"/>
              </a:ext>
            </a:extLst>
          </p:cNvPr>
          <p:cNvSpPr txBox="1"/>
          <p:nvPr/>
        </p:nvSpPr>
        <p:spPr>
          <a:xfrm>
            <a:off x="4602125" y="1224133"/>
            <a:ext cx="2324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معرفی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کامل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محصول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قابلیت‌ها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کاربردها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قالب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یک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فایل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/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سند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دیجیتال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ارسال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مشتریان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شرکای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تجاری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47999-1484-810A-6BDE-7A2FB78F4227}"/>
              </a:ext>
            </a:extLst>
          </p:cNvPr>
          <p:cNvSpPr txBox="1"/>
          <p:nvPr/>
        </p:nvSpPr>
        <p:spPr>
          <a:xfrm>
            <a:off x="592765" y="3746036"/>
            <a:ext cx="25597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سناریوی</a:t>
            </a:r>
            <a:r>
              <a:rPr lang="en-GB" sz="105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تماس</a:t>
            </a:r>
            <a:r>
              <a:rPr lang="en-GB" sz="105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b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مسیر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گفت‌وگوی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اولین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تماس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کشف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نیاز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مدیریت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گفتگوها</a:t>
            </a:r>
            <a:r>
              <a:rPr lang="en-GB" sz="105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هدایت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مکالمه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گام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بعدی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فرایند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endParaRPr lang="en-GB" sz="105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2F5214-782A-9CA8-84A5-320CD4BB8D5E}"/>
              </a:ext>
            </a:extLst>
          </p:cNvPr>
          <p:cNvSpPr txBox="1"/>
          <p:nvPr/>
        </p:nvSpPr>
        <p:spPr>
          <a:xfrm>
            <a:off x="3987149" y="3527316"/>
            <a:ext cx="322963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en-GB" sz="11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متن</a:t>
            </a:r>
            <a:r>
              <a:rPr lang="en-GB" sz="11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معرفی</a:t>
            </a:r>
            <a:r>
              <a:rPr lang="en-GB" sz="11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کوتاه</a:t>
            </a:r>
            <a:r>
              <a:rPr lang="en-GB" sz="11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fa-IR" sz="11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مفصل</a:t>
            </a:r>
            <a:r>
              <a:rPr lang="en-GB" sz="11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محصول</a:t>
            </a:r>
            <a:endParaRPr lang="fa-IR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endParaRPr lang="fa-IR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متن‌های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آماده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وب‌سایت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شبکه‌های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اجتماعی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کاتالوگ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ارتباطات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endParaRPr lang="fa-IR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نسخه‌های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کوتاه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معرفی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سریع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endParaRPr lang="fa-IR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متن‌های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کامل و مفصل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توضیح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جزئیات</a:t>
            </a:r>
            <a:r>
              <a:rPr lang="en-GB" sz="11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1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محصول</a:t>
            </a:r>
            <a:endParaRPr lang="en-GB" sz="11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45D0C-1662-DD5C-5460-235E96B94A7B}"/>
              </a:ext>
            </a:extLst>
          </p:cNvPr>
          <p:cNvSpPr txBox="1"/>
          <p:nvPr/>
        </p:nvSpPr>
        <p:spPr>
          <a:xfrm>
            <a:off x="8051383" y="3515204"/>
            <a:ext cx="28256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r" rtl="1">
              <a:buNone/>
            </a:pP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برندبوک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یا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مین</a:t>
            </a:r>
            <a:r>
              <a:rPr lang="fa-IR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‌</a:t>
            </a: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برندبوک</a:t>
            </a:r>
            <a:endParaRPr lang="fa-IR" sz="1200" b="1" i="0" dirty="0">
              <a:solidFill>
                <a:srgbClr val="FF0000"/>
              </a:solidFill>
              <a:effectLst/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indent="0" algn="r" rtl="1">
              <a:buNone/>
            </a:pPr>
            <a:b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راهنمای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فشرده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هویت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برند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یک‌دست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شدن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پیام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لحن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تصویر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برند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همه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نقاط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تماس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وب‌سایت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شبکه‌های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اجتماعی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تا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جلسات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و ارائه‌ها</a:t>
            </a:r>
            <a:r>
              <a:rPr lang="fa-IR" sz="1200" b="0" i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ی آنلاین و حضوری</a:t>
            </a:r>
            <a:endParaRPr lang="en-GB" sz="1200" b="0" i="0" dirty="0">
              <a:solidFill>
                <a:srgbClr val="FF0000"/>
              </a:solidFill>
              <a:effectLst/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6876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4520-E3D0-BCFA-1560-3C3BFD93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64B73-F0B4-E255-5038-B2A93F319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34" y="772152"/>
            <a:ext cx="11635403" cy="52219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8EF556-A0BA-8154-BC22-53CFC81A38B9}"/>
              </a:ext>
            </a:extLst>
          </p:cNvPr>
          <p:cNvSpPr txBox="1"/>
          <p:nvPr/>
        </p:nvSpPr>
        <p:spPr>
          <a:xfrm>
            <a:off x="1138065" y="863859"/>
            <a:ext cx="20188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buNone/>
              <a:defRPr sz="16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defRPr>
            </a:lvl1pPr>
          </a:lstStyle>
          <a:p>
            <a:r>
              <a:rPr lang="en-GB" sz="1400"/>
              <a:t>محتوای </a:t>
            </a:r>
            <a:r>
              <a:rPr lang="en-GB" sz="1400" dirty="0" err="1"/>
              <a:t>منسجم</a:t>
            </a:r>
            <a:r>
              <a:rPr lang="en-GB" sz="1400" dirty="0"/>
              <a:t> </a:t>
            </a:r>
            <a:r>
              <a:rPr lang="en-GB" sz="1400" err="1"/>
              <a:t>برای</a:t>
            </a:r>
            <a:r>
              <a:rPr lang="en-GB" sz="1400"/>
              <a:t> </a:t>
            </a:r>
            <a:r>
              <a:rPr lang="fa-IR" sz="1400"/>
              <a:t>توضیح</a:t>
            </a:r>
            <a:r>
              <a:rPr lang="en-GB" sz="1400"/>
              <a:t> مسئله</a:t>
            </a:r>
            <a:r>
              <a:rPr lang="fa-IR" sz="1400"/>
              <a:t> و</a:t>
            </a:r>
            <a:r>
              <a:rPr lang="en-GB" sz="1400"/>
              <a:t> راه‌حل</a:t>
            </a:r>
            <a:r>
              <a:rPr lang="fa-IR" sz="1400"/>
              <a:t> آن</a:t>
            </a:r>
            <a:r>
              <a:rPr lang="en-GB" sz="1400"/>
              <a:t>، تقویت</a:t>
            </a:r>
            <a:r>
              <a:rPr lang="fa-IR" sz="1400" dirty="0"/>
              <a:t> </a:t>
            </a:r>
            <a:r>
              <a:rPr lang="en-GB" sz="1400"/>
              <a:t>اعتبار </a:t>
            </a:r>
            <a:r>
              <a:rPr lang="en-GB" sz="1400" dirty="0" err="1"/>
              <a:t>برند</a:t>
            </a:r>
            <a:r>
              <a:rPr lang="en-GB" sz="1400" dirty="0"/>
              <a:t> و </a:t>
            </a:r>
            <a:r>
              <a:rPr lang="en-GB" sz="1400" dirty="0" err="1"/>
              <a:t>نشان</a:t>
            </a:r>
            <a:r>
              <a:rPr lang="en-GB" sz="1400" dirty="0"/>
              <a:t> </a:t>
            </a:r>
            <a:r>
              <a:rPr lang="en-GB" sz="1400" dirty="0" err="1"/>
              <a:t>دادن</a:t>
            </a:r>
            <a:r>
              <a:rPr lang="en-GB" sz="1400" dirty="0"/>
              <a:t> </a:t>
            </a:r>
            <a:r>
              <a:rPr lang="en-GB" sz="1400" dirty="0" err="1"/>
              <a:t>کاربرد</a:t>
            </a:r>
            <a:r>
              <a:rPr lang="en-GB" sz="1400" dirty="0"/>
              <a:t> </a:t>
            </a:r>
            <a:r>
              <a:rPr lang="en-GB" sz="1400" dirty="0" err="1"/>
              <a:t>محصول</a:t>
            </a:r>
            <a:r>
              <a:rPr lang="en-GB" sz="1400" dirty="0"/>
              <a:t> </a:t>
            </a:r>
            <a:r>
              <a:rPr lang="en-GB" sz="1400" dirty="0" err="1"/>
              <a:t>در</a:t>
            </a:r>
            <a:r>
              <a:rPr lang="en-GB" sz="1400" dirty="0"/>
              <a:t> </a:t>
            </a:r>
            <a:r>
              <a:rPr lang="en-GB" sz="1400" dirty="0" err="1"/>
              <a:t>موقعیت‌های</a:t>
            </a:r>
            <a:r>
              <a:rPr lang="en-GB" sz="1400" dirty="0"/>
              <a:t> </a:t>
            </a:r>
            <a:r>
              <a:rPr lang="en-GB" sz="1400" dirty="0" err="1"/>
              <a:t>واقعی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0DD5D-7194-DA74-AE5D-B8C8B6F1BEFA}"/>
              </a:ext>
            </a:extLst>
          </p:cNvPr>
          <p:cNvSpPr txBox="1"/>
          <p:nvPr/>
        </p:nvSpPr>
        <p:spPr>
          <a:xfrm>
            <a:off x="4423144" y="798025"/>
            <a:ext cx="31193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متن‌های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آماده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پیگیری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معرفی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دعوت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جلسه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پیش‌برد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قیف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لحن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حرفه‌ای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متناسب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6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6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هر</a:t>
            </a:r>
            <a:r>
              <a:rPr lang="en-GB" sz="16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کانا</a:t>
            </a:r>
            <a:r>
              <a:rPr lang="fa-IR" sz="16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ل</a:t>
            </a:r>
            <a:endParaRPr lang="en-GB" sz="16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2540F2-1DC8-56C1-BA71-11B417285269}"/>
              </a:ext>
            </a:extLst>
          </p:cNvPr>
          <p:cNvSpPr txBox="1"/>
          <p:nvPr/>
        </p:nvSpPr>
        <p:spPr>
          <a:xfrm>
            <a:off x="8083464" y="952024"/>
            <a:ext cx="29704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طراحی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سناریوی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نمایش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محصول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به‌گونه‌ای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قابلیت‌ها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به‌طور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مستقیم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مسئله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نیازهای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وصل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شود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جلسه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دمو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نتیجه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برسد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6DCB2C-3C58-D626-0F3F-A721732667D1}"/>
              </a:ext>
            </a:extLst>
          </p:cNvPr>
          <p:cNvSpPr txBox="1"/>
          <p:nvPr/>
        </p:nvSpPr>
        <p:spPr>
          <a:xfrm>
            <a:off x="838200" y="3326782"/>
            <a:ext cx="2748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مجموعه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پرسش‌های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هدفمند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کشف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لایه‌های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پنهان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نیاز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آماده‌سازی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یک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پیشنهاد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دقیق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قابل‌قبول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2D6844-46AD-BBAC-ABB3-D0AAB53BD1A3}"/>
              </a:ext>
            </a:extLst>
          </p:cNvPr>
          <p:cNvSpPr txBox="1"/>
          <p:nvPr/>
        </p:nvSpPr>
        <p:spPr>
          <a:xfrm>
            <a:off x="4597935" y="3247997"/>
            <a:ext cx="26156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یک 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فرم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کاربردی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ثبت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مسئله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مشتری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اولویت‌ها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بودجه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مسیر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تصمیم‌گیری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خرید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همراه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منطق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امتیازدهی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4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4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ارزیابی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میزان </a:t>
            </a:r>
            <a:r>
              <a:rPr lang="en-GB" sz="14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جذابیت </a:t>
            </a:r>
            <a:r>
              <a:rPr lang="en-GB" sz="14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فرصت</a:t>
            </a:r>
            <a:endParaRPr lang="en-GB" sz="14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F426D-C03B-E362-7F02-B2F92F84DD17}"/>
              </a:ext>
            </a:extLst>
          </p:cNvPr>
          <p:cNvSpPr txBox="1"/>
          <p:nvPr/>
        </p:nvSpPr>
        <p:spPr>
          <a:xfrm>
            <a:off x="8224566" y="3247997"/>
            <a:ext cx="2688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طراحی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کمپین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رساندن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پیام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درست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مخاطب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هدف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تبدیل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توجه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او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سرنخ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مسیر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مشخص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آگاهی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اقدام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040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A60B-637A-3FB8-25CA-893E00CE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D6CD30-F833-1A00-7808-2E760FDDD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05" y="365125"/>
            <a:ext cx="11601790" cy="63320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311A38-E72C-970A-058A-B4C9C798780E}"/>
              </a:ext>
            </a:extLst>
          </p:cNvPr>
          <p:cNvSpPr txBox="1"/>
          <p:nvPr/>
        </p:nvSpPr>
        <p:spPr>
          <a:xfrm>
            <a:off x="4603898" y="1149167"/>
            <a:ext cx="449092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داشبورد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قالب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گزارش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ماهانه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رصد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سرنخ‌ها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فرصت‌ها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نرخ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تبدیل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روندهای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به‌گونه‌ای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که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تصویر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روشنی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عملکرد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تیم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بازاریابی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اختیار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مدیریت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قرار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05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بگیرد</a:t>
            </a:r>
            <a:r>
              <a:rPr lang="en-GB" sz="105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CC587-EADF-40E0-8AAD-EC2BC116FD52}"/>
              </a:ext>
            </a:extLst>
          </p:cNvPr>
          <p:cNvSpPr txBox="1"/>
          <p:nvPr/>
        </p:nvSpPr>
        <p:spPr>
          <a:xfrm>
            <a:off x="597195" y="1690688"/>
            <a:ext cx="60951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r" rtl="1">
              <a:buAutoNum type="arabicPeriod"/>
            </a:pPr>
            <a:r>
              <a:rPr lang="fa-IR" sz="1200" b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قیمت گذاری شفاف و دقیق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قیمت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اساس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دامنه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واقعی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پروژه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تعداد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خروجی‌های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مورد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نیاز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شما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تعیین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می‌شود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؛ نه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به صورت مبهم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 صرفا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بردن نام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خدمت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/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۲.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پیشنهاد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اشتراک</a:t>
            </a:r>
            <a:b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پیشنهاد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نهایی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شما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قالب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یک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لینک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اختصاصی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قابل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مشاهده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آنلاین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ارائه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می‌شود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بتوانید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آن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را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به‌راحتی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هم‌تیم‌ها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ذی‌نفعان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اشتراک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بگذارید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  <a:p>
            <a:pPr algn="r" rtl="1">
              <a:buNone/>
            </a:pPr>
            <a:endParaRPr lang="en-GB" sz="1200" b="1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۳.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همراهی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در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تصمیم‌گیری</a:t>
            </a:r>
            <a:b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مورد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توضیحات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دقیق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کاربردی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ارائه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می‌کنیم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انتخاب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بهترین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ترکیب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خدمات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وضعیت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فعلی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کسب‌وکار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شما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ساده‌تر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شود</a:t>
            </a:r>
            <a:endParaRPr lang="en-GB" sz="1200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  <a:p>
            <a:pPr algn="r" rtl="1">
              <a:buNone/>
            </a:pP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۴.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تمرکز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 b="1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واقعی</a:t>
            </a:r>
            <a:b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از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پیام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اصلی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تا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کمپین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گزارش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همه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خروجی‌ها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fa-IR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برای اتصال 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به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قیف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توسعه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شما</a:t>
            </a:r>
            <a:r>
              <a:rPr lang="en-GB" sz="120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 طراحی </a:t>
            </a:r>
            <a:r>
              <a:rPr lang="en-GB" sz="1200" dirty="0" err="1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می‌شوند</a:t>
            </a:r>
            <a:r>
              <a:rPr lang="en-GB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9D9A80-E05A-76C6-4258-7602FA5CB1A6}"/>
              </a:ext>
            </a:extLst>
          </p:cNvPr>
          <p:cNvSpPr txBox="1"/>
          <p:nvPr/>
        </p:nvSpPr>
        <p:spPr>
          <a:xfrm>
            <a:off x="6997553" y="3759887"/>
            <a:ext cx="45972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r" rtl="1">
              <a:buNone/>
            </a:pP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تیتر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: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 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هر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خروجی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fa-IR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گامی است برای حرکت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بعدی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کسب‌وکار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شما</a:t>
            </a:r>
            <a:endParaRPr lang="fa-IR" sz="1200" b="0" i="0" dirty="0">
              <a:solidFill>
                <a:srgbClr val="FF0000"/>
              </a:solidFill>
              <a:effectLst/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indent="0" algn="r" rtl="1">
              <a:buNone/>
            </a:pPr>
            <a:endParaRPr lang="en-GB" sz="1200" b="0" i="0" dirty="0">
              <a:solidFill>
                <a:srgbClr val="FF0000"/>
              </a:solidFill>
              <a:effectLst/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indent="0" algn="r" rtl="1">
              <a:buNone/>
            </a:pP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متن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پیشنهادی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زیر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1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تیتر</a:t>
            </a:r>
            <a:r>
              <a:rPr lang="en-GB" sz="1200" b="1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:</a:t>
            </a:r>
            <a:b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</a:b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ما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فقط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یک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فهرست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خدمات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ارائه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نمی‌کنیم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؛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کنار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هم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چیدن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اقلام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درست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،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مسیر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فروش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توسعه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بازار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شما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را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قابل‌اجرا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می‌کنیم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و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هر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خروجی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را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به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گام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بعدی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رشد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کسب‌وکارتان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وصل</a:t>
            </a:r>
            <a:r>
              <a:rPr lang="en-GB" sz="1200" b="0" i="0" dirty="0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 </a:t>
            </a:r>
            <a:r>
              <a:rPr lang="en-GB" sz="1200" b="0" i="0" dirty="0" err="1">
                <a:solidFill>
                  <a:srgbClr val="FF0000"/>
                </a:solidFill>
                <a:effectLst/>
                <a:latin typeface="IRANSans" panose="020B0506030804020204" pitchFamily="34" charset="-78"/>
                <a:cs typeface="IRANSans" panose="020B0506030804020204" pitchFamily="34" charset="-78"/>
              </a:rPr>
              <a:t>می‌کنیم</a:t>
            </a:r>
            <a:r>
              <a:rPr lang="fa-IR" sz="1200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  <a:t>.</a:t>
            </a:r>
            <a:endParaRPr lang="en-GB" sz="1200" b="0" i="0" dirty="0">
              <a:solidFill>
                <a:srgbClr val="FF0000"/>
              </a:solidFill>
              <a:effectLst/>
              <a:latin typeface="IRANSans" panose="020B0506030804020204" pitchFamily="34" charset="-78"/>
              <a:cs typeface="IRANSans" panose="020B0506030804020204" pitchFamily="34" charset="-78"/>
            </a:endParaRPr>
          </a:p>
          <a:p>
            <a:pPr algn="r" rtl="1">
              <a:buNone/>
            </a:pPr>
            <a:br>
              <a:rPr lang="en-GB" dirty="0">
                <a:solidFill>
                  <a:srgbClr val="FF0000"/>
                </a:solidFill>
                <a:latin typeface="IRANSans" panose="020B0506030804020204" pitchFamily="34" charset="-78"/>
                <a:cs typeface="IRANSans" panose="020B0506030804020204" pitchFamily="34" charset="-78"/>
              </a:rPr>
            </a:br>
            <a:endParaRPr lang="en-GB" dirty="0">
              <a:solidFill>
                <a:srgbClr val="FF0000"/>
              </a:solidFill>
              <a:latin typeface="IRANSans" panose="020B0506030804020204" pitchFamily="34" charset="-78"/>
              <a:cs typeface="IRANSans" panose="020B0506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4952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750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IRANSans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Behzad Ezzati</dc:creator>
  <cp:lastModifiedBy>mahmud abdi</cp:lastModifiedBy>
  <cp:revision>20</cp:revision>
  <dcterms:created xsi:type="dcterms:W3CDTF">2026-07-14T12:25:53Z</dcterms:created>
  <dcterms:modified xsi:type="dcterms:W3CDTF">2026-07-15T12:13:17Z</dcterms:modified>
</cp:coreProperties>
</file>